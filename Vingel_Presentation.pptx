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818CF8"/>
                </a:solidFill>
              </a:defRPr>
            </a:pPr>
            <a:r>
              <a:t>VINGEL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BD5E1"/>
                </a:solidFill>
              </a:defRPr>
            </a:pPr>
            <a:r>
              <a:t>Market Simulator &amp; On-Chain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CBD5E1"/>
                </a:solidFill>
              </a:defRPr>
            </a:pPr>
            <a:r>
              <a:t>Team Members:</a:t>
            </a:r>
            <a:br/>
            <a:r>
              <a:t>1) Sumit kumar</a:t>
            </a:r>
            <a:br/>
            <a:r>
              <a:t>2) Aman Mishra</a:t>
            </a:r>
            <a:br/>
            <a:r>
              <a:t>3) Nakul Varshney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AI-Powered Market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CBD5E1"/>
                </a:solidFill>
              </a:defRPr>
            </a:pPr>
            <a:r>
              <a:t>• Vingel uses advanced AI to generate distinct customer archetypes.</a:t>
            </a:r>
            <a:br/>
            <a:r>
              <a:t>• Captures dynamic behavioral parameters like price sensitivity and tech affinity.</a:t>
            </a:r>
            <a:br/>
            <a:r>
              <a:t>• Replaces static guesses with realistic data points.</a:t>
            </a:r>
          </a:p>
        </p:txBody>
      </p:sp>
      <p:pic>
        <p:nvPicPr>
          <p:cNvPr id="5" name="Picture 4" descr="modern_ai_segmentation_1780831110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Real-Time Population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CBD5E1"/>
                </a:solidFill>
              </a:defRPr>
            </a:pPr>
            <a:r>
              <a:t>• Synthetic populations modeled as connected network graphs.</a:t>
            </a:r>
            <a:br/>
            <a:r>
              <a:t>• High-performance interactive clustering with vibrant visuals.</a:t>
            </a:r>
            <a:br/>
            <a:r>
              <a:t>• Visualizes real-time conversion and churn events.</a:t>
            </a:r>
          </a:p>
        </p:txBody>
      </p:sp>
      <p:pic>
        <p:nvPicPr>
          <p:cNvPr id="5" name="Picture 4" descr="modern_network_graph_1780831123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On-Chain Blockchain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CBD5E1"/>
                </a:solidFill>
              </a:defRPr>
            </a:pPr>
            <a:r>
              <a:t>• Immutable proof-of-simulation stored on the Monad testnet.</a:t>
            </a:r>
            <a:br/>
            <a:r>
              <a:t>• End-to-end cryptographic integrity via SHA-256 block chains.</a:t>
            </a:r>
            <a:br/>
            <a:r>
              <a:t>• Secure, decentralized, and gated by wallet balances.</a:t>
            </a:r>
          </a:p>
        </p:txBody>
      </p:sp>
      <p:pic>
        <p:nvPicPr>
          <p:cNvPr id="5" name="Picture 4" descr="modern_blockchain_ledger_17808311093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818CF8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